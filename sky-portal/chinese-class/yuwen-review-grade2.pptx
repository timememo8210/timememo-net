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65"/>
  </p:notesMasterIdLst>
  <p:sldIdLst>
    <p:sldId id="257" r:id="rId4"/>
    <p:sldId id="424" r:id="rId5"/>
    <p:sldId id="439" r:id="rId6"/>
    <p:sldId id="440" r:id="rId7"/>
    <p:sldId id="442" r:id="rId8"/>
    <p:sldId id="443" r:id="rId9"/>
    <p:sldId id="444" r:id="rId10"/>
    <p:sldId id="447" r:id="rId11"/>
    <p:sldId id="448" r:id="rId12"/>
    <p:sldId id="449" r:id="rId13"/>
    <p:sldId id="451" r:id="rId14"/>
    <p:sldId id="452" r:id="rId15"/>
    <p:sldId id="455" r:id="rId16"/>
    <p:sldId id="456" r:id="rId17"/>
    <p:sldId id="457" r:id="rId18"/>
    <p:sldId id="458" r:id="rId19"/>
    <p:sldId id="459" r:id="rId20"/>
    <p:sldId id="460" r:id="rId21"/>
    <p:sldId id="463" r:id="rId22"/>
    <p:sldId id="461" r:id="rId23"/>
    <p:sldId id="464" r:id="rId24"/>
    <p:sldId id="467" r:id="rId25"/>
    <p:sldId id="468" r:id="rId26"/>
    <p:sldId id="469" r:id="rId27"/>
    <p:sldId id="470" r:id="rId28"/>
    <p:sldId id="471" r:id="rId29"/>
    <p:sldId id="472" r:id="rId30"/>
    <p:sldId id="476" r:id="rId31"/>
    <p:sldId id="477" r:id="rId32"/>
    <p:sldId id="478" r:id="rId33"/>
    <p:sldId id="495" r:id="rId34"/>
    <p:sldId id="480" r:id="rId35"/>
    <p:sldId id="481" r:id="rId36"/>
    <p:sldId id="482" r:id="rId37"/>
    <p:sldId id="483" r:id="rId38"/>
    <p:sldId id="484" r:id="rId39"/>
    <p:sldId id="485" r:id="rId40"/>
    <p:sldId id="486" r:id="rId41"/>
    <p:sldId id="487" r:id="rId42"/>
    <p:sldId id="489" r:id="rId43"/>
    <p:sldId id="490" r:id="rId44"/>
    <p:sldId id="491" r:id="rId45"/>
    <p:sldId id="492" r:id="rId46"/>
    <p:sldId id="493" r:id="rId47"/>
    <p:sldId id="494" r:id="rId48"/>
    <p:sldId id="511" r:id="rId49"/>
    <p:sldId id="513" r:id="rId50"/>
    <p:sldId id="512" r:id="rId51"/>
    <p:sldId id="514" r:id="rId52"/>
    <p:sldId id="515" r:id="rId53"/>
    <p:sldId id="516" r:id="rId54"/>
    <p:sldId id="517" r:id="rId55"/>
    <p:sldId id="518" r:id="rId56"/>
    <p:sldId id="519" r:id="rId57"/>
    <p:sldId id="522" r:id="rId58"/>
    <p:sldId id="523" r:id="rId59"/>
    <p:sldId id="524" r:id="rId60"/>
    <p:sldId id="525" r:id="rId61"/>
    <p:sldId id="526" r:id="rId62"/>
    <p:sldId id="527" r:id="rId63"/>
    <p:sldId id="407" r:id="rId64"/>
  </p:sldIdLst>
  <p:sldSz cx="9144000" cy="6858000" type="screen4x3"/>
  <p:notesSz cx="6858000" cy="9144000"/>
  <p:custDataLst>
    <p:tags r:id="rId6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29"/>
    <a:srgbClr val="70AD47"/>
    <a:srgbClr val="7F4736"/>
    <a:srgbClr val="E4813E"/>
    <a:srgbClr val="FCAC4C"/>
    <a:srgbClr val="F3F331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65" autoAdjust="0"/>
    <p:restoredTop sz="89764" autoAdjust="0"/>
  </p:normalViewPr>
  <p:slideViewPr>
    <p:cSldViewPr snapToGrid="0" snapToObjects="1">
      <p:cViewPr varScale="1">
        <p:scale>
          <a:sx n="77" d="100"/>
          <a:sy n="77" d="100"/>
        </p:scale>
        <p:origin x="156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9" Type="http://schemas.openxmlformats.org/officeDocument/2006/relationships/tags" Target="tags/tag48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notesMaster" Target="notesMasters/notesMaster1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62F26-C70B-467C-8A7C-A7B67CB0C5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8C8BB-0AD6-4435-A440-DB4C73C8435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BB258E9-9B4B-476B-997B-D487E51E983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ACEC4C-3D43-4FBB-A4E1-FB8FCDFFBEF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BB258E9-9B4B-476B-997B-D487E51E983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ACEC4C-3D43-4FBB-A4E1-FB8FCDFFBEF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BB258E9-9B4B-476B-997B-D487E51E983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ACEC4C-3D43-4FBB-A4E1-FB8FCDFFBEF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BB258E9-9B4B-476B-997B-D487E51E983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ACEC4C-3D43-4FBB-A4E1-FB8FCDFFBEF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" y="0"/>
            <a:ext cx="914339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BB258E9-9B4B-476B-997B-D487E51E983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ACEC4C-3D43-4FBB-A4E1-FB8FCDFFBEF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BB258E9-9B4B-476B-997B-D487E51E983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ACEC4C-3D43-4FBB-A4E1-FB8FCDFFBEF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39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" y="0"/>
            <a:ext cx="914339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连一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8840" y="288034"/>
            <a:ext cx="1581529" cy="6014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看一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8842" y="288035"/>
            <a:ext cx="1603385" cy="6097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" y="0"/>
            <a:ext cx="914339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读一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" y="0"/>
            <a:ext cx="9143391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8841" y="288035"/>
            <a:ext cx="1537806" cy="5848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练一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" y="0"/>
            <a:ext cx="9143391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8840" y="288035"/>
            <a:ext cx="1603389" cy="6097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本课重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69" y="245436"/>
            <a:ext cx="1937158" cy="5544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想一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899" y="112220"/>
            <a:ext cx="1690824" cy="6429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认一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3" y="128846"/>
            <a:ext cx="1756401" cy="6679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4747" y="196595"/>
            <a:ext cx="1393700" cy="7011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认一认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391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24" y="155031"/>
            <a:ext cx="1843839" cy="7011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写一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391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524" y="179970"/>
            <a:ext cx="1953138" cy="7427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认一认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9" y="113468"/>
            <a:ext cx="1800119" cy="6845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练一练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09" y="138406"/>
            <a:ext cx="1778262" cy="6762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看一看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9211" y="138406"/>
            <a:ext cx="1712681" cy="6513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想一想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" y="0"/>
            <a:ext cx="9143391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99335" y="105155"/>
            <a:ext cx="1821982" cy="6928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认一认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" y="0"/>
            <a:ext cx="9143391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5" y="105154"/>
            <a:ext cx="1821979" cy="6928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看一看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" y="0"/>
            <a:ext cx="9143391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022" y="96842"/>
            <a:ext cx="1887560" cy="7178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说一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" y="0"/>
            <a:ext cx="9143391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022" y="80217"/>
            <a:ext cx="1712685" cy="6513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练一练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" y="0"/>
            <a:ext cx="9143391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335" y="105155"/>
            <a:ext cx="1779341" cy="6766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" y="0"/>
            <a:ext cx="914339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BB258E9-9B4B-476B-997B-D487E51E9832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ACEC4C-3D43-4FBB-A4E1-FB8FCDFFBEF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258E9-9B4B-476B-997B-D487E51E98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CEC4C-3D43-4FBB-A4E1-FB8FCDFFBE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3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4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871220"/>
            <a:ext cx="79806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春 风、夏 雨、秋 霜、冬 雪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春 风 吹 、夏 雨 落、秋 霜 降、冬 雪 飘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青 草 、红 花、游 鱼、飞 鸟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池 草 青、山 花 红、鱼 出 水、鸟 入 林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3924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春夏秋冬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3903345"/>
            <a:ext cx="72878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霜、吹、落、降、飘、游、池、入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8640" y="5086350"/>
            <a:ext cx="72878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春、风、花、入、冬、雪、飞</a:t>
            </a:r>
            <a:b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</a:br>
            <a:b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</a:b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48640" y="5946775"/>
            <a:ext cx="72878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⻗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阝</a:t>
            </a:r>
            <a:endParaRPr lang="zh-CN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036320"/>
            <a:ext cx="7980680" cy="4076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你姓什么？我姓李。什么李？木子李。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他姓什么？他姓张。什么张？弓长张。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古月胡，口天吴，双人徐，言午许。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中国姓氏有很多，赵、钱、孙、李，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周，吴、郑、王，诸葛、东方，上官、欧阳……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34417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姓氏歌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4267200"/>
            <a:ext cx="8832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姓、氏、李、张、古、吴、赵、钱、孙、周、王、官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547941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姓、什、么、双、国、王、方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8640" y="6264275"/>
            <a:ext cx="72878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弓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走、钅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河水清清天气晴，小小青蛙大眼睛。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保护禾苗吃害虫，做了不少好事情。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请你爱护小青蛙，好让禾苗不生病。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小青蛙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380428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清、晴、眼、睛、保、护、害、事、情、请、让、病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521398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青、气、清、晴、情、请、生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8640" y="6159500"/>
            <a:ext cx="72878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疒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678180"/>
            <a:ext cx="7980680" cy="3561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240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猜字谜</a:t>
            </a:r>
            <a:r>
              <a:rPr lang="en-US" altLang="zh-CN" sz="240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</a:t>
            </a:r>
            <a:r>
              <a:rPr lang="zh-CN" altLang="en-US" sz="240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左边绿，右边红，左右相遇起凉风。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绿的喜欢及时雨，红的最怕水来攻。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猜字谜</a:t>
            </a:r>
            <a:r>
              <a:rPr lang="en-US" altLang="zh-CN" sz="240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</a:t>
            </a:r>
            <a:r>
              <a:rPr lang="zh-CN" altLang="en-US" sz="240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“言”来互相尊重，“心”至令人感动，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“日”出万里无云，“水”到纯净透明。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16891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猜字谜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4140835"/>
            <a:ext cx="8832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相、遇、喜、欢、怕、言、互、令、动、万、纯、净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545211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左、右、红、时、动、万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8640" y="6176010"/>
            <a:ext cx="72878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又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冫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大兴安岭，雪花还在飞舞。长江两岸，柳枝已经发芽。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海南岛上，到处盛开着鲜花。我们的祖国多么广大。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43561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语文园地一上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320230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阴、雷、电、阵、冰、冻、夹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4482465"/>
            <a:ext cx="7287895" cy="21583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词语：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春回大地、万物复苏</a:t>
            </a:r>
            <a:b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</a:b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柳绿花红、莺歌燕舞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冰雪融化、泉水叮咚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百花齐放、百鸟争鸣</a:t>
            </a:r>
            <a:endParaRPr lang="en-US" altLang="zh-CN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谁和谁好？藤和瓜好，他们手拉手，不吵也不闹。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谁和谁好？蜜蜂和花好，蜜蜂来采蜜，花儿仰脸笑。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谁和谁好？白云和风好，风往哪里刮，云往哪里跑。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谁和谁好？我和同学好，大家唱着歌，一起上学校。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33655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语文园地一下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4368800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白、回、国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005" y="594360"/>
            <a:ext cx="8244205" cy="4447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妈妈告诉我，沿着弯弯的小路，就会走出天山。遥远的北京城，有一座雄伟的天安门，广场上的升旗仪式非常壮观。我对妈妈说，我多想去看看，我多想去看看！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爸爸告诉我，沿着宽宽的公路，就会走出北京。遥远的新疆，有美丽的天山，雪山上盛开着洁白的雪莲。我对爸爸说，我多想去看看，我多想去看看！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11557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我多想去看看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441261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想、告、诉、路、京、安、门、广、非、常、壮、观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554037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会、走、北、京、门、广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8640" y="6325870"/>
            <a:ext cx="72878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足字旁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  <p:bldP spid="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月夜，正玩着踩影子，就听大人叫着：“快回家睡觉!”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唉，我好想再多玩一会儿啊。不过，回家睡着了，倒可以做各种各样的梦呢!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正做着好梦，又听见大人在叫：“该起床上学啦!”唉，要是不上学就好了。不过，去了学校，就能见到小伙伴，多么开心哪!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正和小伙伴们玩着跳房子，操场上却响起了上课铃声。唉，要是没有上课铃就好了。不过，听老师讲故事，也是很快乐很有趣的呀!别的孩子也是这样吗？也像我一样，这么想吗？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一个接一个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5297170"/>
            <a:ext cx="8517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接、觉、再、做、各、种、样、梦、伙、伴、却、趣、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</a:t>
            </a:r>
            <a:endParaRPr lang="en-US" alt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这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612711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各、种、样、伙、伴、过、这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我画了个绿绿的太阳，挂在夏天的天空。高山、田野、街道、校园，到处一片清凉。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我画了个金黄的太阳，送给秋天。果园里，果子熟了。金黄的落叶忙着邀请小伙伴，请他们尝尝水果的香甜。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我画了个红红的太阳，送给冬天。阳光温暖着小朋友冻僵的手和脸。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春天，春天的太阳该画什么颜色呢？哦，画个彩色的。因为春天是个多彩的季节。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四个太阳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4668520"/>
            <a:ext cx="8517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太、阳、道、送、忙、尝、香、甜、温、暖、该、颜、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因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549846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太、阳、片、金、秋、因、为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48640" y="6018530"/>
            <a:ext cx="72878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舌字旁、页字边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  <p:bldP spid="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量词：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一（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）车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 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一（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）马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一（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）书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一（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）铅笔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一（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）树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一（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）飞机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语文园地二上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6745" y="4445000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辆、匹、棵、架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48640" y="3044190"/>
            <a:ext cx="79806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古诗：春晓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（唐）孟浩然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春眠不觉晓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处处闻啼鸟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夜来风雨声，花落知多少。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26745" y="510730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词语：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减法、算式、品德、姿势、经历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课文：阳光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阳光像金子，洒遍田野、高山和小河。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田里的禾苗，因为有了阳光，更绿了。山上的小树，因为</a:t>
            </a:r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</a:t>
            </a:r>
            <a:endParaRPr 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有了阳光，更高了。河面闪着阳光，小河就像长长的锦缎了。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早晨，我拉开窗帘，阳光就跳进了我的家。谁也捉不住阳光，阳光是大家的。阳光像金子，阳光比金子更宝贵。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语文园地二下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6745" y="4445000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册、支、铅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26745" y="510730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词语：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计算、排列、家庭、尊重、预防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小公鸡和小鸭子一块儿出去玩。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他们走进草地里。小公鸡找到了许多虫子，吃得很欢。小鸭子捉不到虫子，急得直哭。小公鸡看见了，捉到虫子就给小鸭子吃。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他们走到小河边。小鸭子说：“公鸡弟弟，我到河里捉鱼给你吃。”小公鸡说：“我也去。”小鸭子说：“不行，不行，你不会游泳，会淹死的！”小公鸡不信，偷偷地跟在小鸭子后面，也下了水。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小鸭子正在水里捉鱼，忽然，听见小公鸡喊救命。他飞快地游到小公鸡身边，让小公鸡坐在自己的背上。小公鸡上了岸，笑着对小鸭子说：“鸭子哥哥，谢谢你。”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小公鸡和小鸭子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小公鸡和小鸭子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块、捉、急、直、河、行、死、信、跟、忽、喊、身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他、河、说、也、地、听、哥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48640" y="383794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分辨：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的、地、得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从前，这里只有一棵树，树上只有一个鸟窝，鸟窝里只有一只喜鹊。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树很孤单，喜鹊也很孤单。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后来，这里种了好多好多树，每棵树上都有鸟窝，每个鸟窝里都有喜鹊。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树有了邻居，喜鹊也有了邻居。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每天天一亮，喜鹊们叽叽喳喳叫几声，打着招呼一起飞出去了。天一黑，他们又叽叽喳喳地一起飞回窝里，安安静静地睡觉了。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树很快乐，喜鹊也很快乐。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树和喜鹊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树和喜鹊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只、窝、孤、单、种、都、邻、居、招、呼、静、乐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单、居、招、呼、快、乐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48640" y="383794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词语：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叽叽喳喳、安安静静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48640" y="472948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问题：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什么是孤单？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7" grpId="1"/>
      <p:bldP spid="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一个人玩，很好！独自一个，静悄悄的，正好用纸折船，折马……踢毽子，跳绳，搭积木，当然还有看书，画画，听音乐……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两个人玩，很好！讲故事得有人听才行，你讲我听，我讲你听。还有下象棋，打羽毛球，坐跷跷板……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三个人玩，很好！讲故事多个人听更有劲，你讲我们听，我讲你们听。两个人甩绳子，你跳，我跳，轮流跳。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四个人玩，很好！五个人玩，很好！许多人玩，更好！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人多，什么游戏都能玩，拔河，老鹰捉小鸡，打排球，打篮球，踢足球……连开运动会也可以。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怎么都快乐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怎么都快乐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怎、独、跳、绳、讲、得、羽、球、戏、排、篮、连、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</a:t>
            </a:r>
            <a:endParaRPr lang="en-US" alt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 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运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玩、很、当、音、讲、行、许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r>
              <a:rPr 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胖乎乎的小手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全家人都喜欢兰兰画的这张画。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爸爸刚下班回来，拿起画，看了又看，把画贴在了墙上。兰兰不明白，问：“我只是画了自己的小手啊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！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我有那么多画，您为什么只贴这一张呢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？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爸爸说：“这胖乎乎的小手替我拿过拖鞋呀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！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妈妈下班回来，看见画，笑着说：“这胖乎乎的小手给我洗过手绢啊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！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姥姥从厨房出来，一眼就看见了画上红润润的小手，说：“这胖乎乎的小手帮我挠过痒痒啊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！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兰兰明白了全家人为什么都喜欢这张画。她高兴地说：“等我长大了，小手变成了大手，它会帮你们做更多的事情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！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语文园地三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古诗：赠汪伦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唐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李白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李白乘舟将欲行，忽闻岸上踏歌声。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桃花潭水深千尺，不及汪伦送我情。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语文园地三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353631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池、漂、机、首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26745" y="444436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问题：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需要别人的帮助，该怎样请求帮助呢？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古诗：静夜思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唐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李白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endParaRPr lang="en-US" altLang="zh-CN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床前明月光，疑是地上霜。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举头望明月，低头思故乡。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静夜思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7840" y="327850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夜、思、床、光、疑、举、望、低、故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7840" y="4108450"/>
            <a:ext cx="72878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思、前、床、光、低、故、乡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48640" y="493839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问题：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你在想念家人时会怎么做？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  <p:bldP spid="7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我从前胆子很小很小，天一黑就不敢往外瞧。妈妈把勇敢的故事讲了又讲，可我一看窗外心就乱跳……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爸爸晚上偏要拉我去散步，原来花草都像白天一样微笑。从此再黑再黑的夜晚，我也能看见小鸟怎样在月光下睡觉……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夜色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4174490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胆、敢、往、外、勇、窗、乱、偏、散、原、像、微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477647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色、外、看、笑、爸、晚、再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8640" y="6118860"/>
            <a:ext cx="72878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厂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48640" y="544766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词语：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ABAB 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很小很小、再黑再黑</a:t>
            </a:r>
            <a:endParaRPr lang="en-US" alt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  <p:bldP spid="7" grpId="1"/>
      <p:bldP spid="4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一到端午节，外婆总会煮好一锅粽子，盼着我们回去。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粽子是用青青的箬竹叶包的，里面裹着白白的糯米，中间有一颗红红的枣。外婆一掀开锅盖，煮熟的粽子就飘出一股清香来。剥开粽叶，咬一口粽子，真是又黏又甜。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外婆包的粽子十分好吃，花样也多。除了红枣粽，还有红豆粽和鲜肉粽。我们在外婆家美滋滋地吃了之后，外婆还会装一小篮粽子要我们带回去，分给邻居吃。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长大了我才知道，人们端午节吃粽子，据说是为了纪念爱国诗人屈原。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端午粽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端午粽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端、粽、节、总、米、间、</a:t>
            </a:r>
            <a:r>
              <a:rPr lang="zh-CN" altLang="en-US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分、豆、肉、带、知、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altLang="zh-CN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 </a:t>
            </a:r>
            <a:r>
              <a:rPr lang="zh-CN" altLang="en-US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据、念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8164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午、节、叶、真、米、分、豆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48640" y="472948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问题：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端午节在哪一天？有什么习俗？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48640" y="374523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立、米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7" grpId="1"/>
      <p:bldP spid="2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雨停了，天上有一座美丽的桥。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爸爸，如果我提着你那把浇花用的水壶，走到桥上去，把水洒下来，不是我在下雨了吗？我把雨洒在山上的田地里，你就不用挑水浇了，你高兴吗？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妈妈，如果我拿着你梳头用的那面圆圆的镜子，走到桥上去，天上不是多了一个月亮吗？我拿着月亮照你梳头，你高兴吗？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哥哥，如果我把你系在门前树上的秋千拿去挂在彩虹桥上，我坐着秋千荡来荡去的时候，我的花裙子不就成了一朵彩云飘来飘去吗？你看见了，高兴吗？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彩虹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彩虹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虹、座、浇、提、洒、挑、兴、镜、拿、照、千、裙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8164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那、着、到、高、兴、千、成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48640" y="472948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词语：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V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来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V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去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荡来荡去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48640" y="374523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衣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7" grpId="1"/>
      <p:bldP spid="2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古诗：寻隐者不遇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唐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贾岛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松下问童子，言师采药去。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只在此山中，云深不知处。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语文园地四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353631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眉、鼻、嘴、脖、臂、肚、腿、脚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48640" y="416623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主、门、书、我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548640" y="4796155"/>
            <a:ext cx="851725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课文：</a:t>
            </a:r>
            <a:r>
              <a:rPr 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妞妞赶牛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妞妞赶牛河边走, 牛牛要吃河边柳, 妞妞护柳扭牛走, 牛牛扭头顶妞妞, 妞妞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拗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不过牛牛, 低头捡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起小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石头, 吓得牛牛扭头走。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蜻蜓半空展翅飞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蝴蝶花间捉迷藏。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蚯蚓土里造宫殿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蚂蚁地上运食粮。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蝌蚪池中游得欢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蜘蛛房前结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网忙。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动物儿歌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333184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蜻、蜓、迷、藏、造、蚂、蚁、食、粮、蜘、蛛、网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411670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间、迷、造、运、池、欢、网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8640" y="490220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辶、虫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48640" y="568769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句子：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谁在哪里干什么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  <p:bldP spid="7" grpId="1"/>
      <p:bldP spid="4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古对今，圆对方。严寒对酷暑，春暖对秋凉。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　　晨对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暮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，雪对霜。和风对细雨，朝霞对夕阳。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　　桃对李，柳对杨。莺歌对燕舞，鸟语对花香。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古对今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333184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圆、严、寒、酷、暑、凉、晨、细、朝、霞、夕、杨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411670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凉、古、细、夕、李、语、香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48640" y="490220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了解：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单音节词对单音节词，双音节词对双音节词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  <p:bldP spid="4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打球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拔河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拍皮球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跳高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跑步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踢足球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。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铃声响,下课了, 操场上,真热闹。跳绳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踢毽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丢沙包，天天锻炼身体好。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操场上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333184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操、场、拔、拍、跑、踢、铃、热、闹、锻、炼、体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411670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打、拍、跑、足、体、声、身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48640" y="490156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火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人之初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性本善。性相近，习相远。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苟不教，性乃迁。教之道，贵以专。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子不学，非所宜。幼不学，老何为。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玉不琢，不成器。人不学，不知义。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人之初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3911600"/>
            <a:ext cx="8517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之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初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性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善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、习、教、迁、贵、专、幼、玉、</a:t>
            </a:r>
            <a:endParaRPr lang="zh-CN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器、义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528764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之、相、近、习、远、玉、义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歇后语：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小葱拌豆腐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——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一清（青）二白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竹篮子打水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——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一场空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芝麻开花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——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节节高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十五个吊桶打水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——</a:t>
            </a:r>
            <a:r>
              <a:rPr lang="zh-CN" alt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七上八下</a:t>
            </a:r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语文园地五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353631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饭、能、饱、茶、泡、轻、鞭、炮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62915" y="4075430"/>
            <a:ext cx="8517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问题：</a:t>
            </a:r>
            <a:r>
              <a:rPr 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如何打电话？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课文：狐狸和乌鸦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天，乌鸦得到了一块肉，被狐狸看到了。狐狸很想从乌鸦嘴里得到那块肉。由于乌鸦在树枝上嘴里叼着肉，狐狸没有办法在树下得到，它眼珠一转：“亲爱的乌鸦，您好吗？”没有回答。“亲爱的乌鸦，您的孩子好吗？”乌鸦看了狐狸一眼，还是没有回答。狐狸摇摇尾巴，“您的羽毛真漂亮，五彩缤纷，比其它鸟都漂亮，而且您的嗓子真好，可以给我唱首歌吗？”乌鸦听了非常得意，就唱了起来。可是刚一张嘴，肉就掉了，狐狸叼着肉便一溜烟地跑了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语文园地五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古诗：池上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唐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白居易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endParaRPr lang="en-US" altLang="zh-CN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小娃撑小艇，偷采白莲回。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不解藏踪迹，浮萍一道开。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古诗二首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7840" y="327850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首、踪、迹、浮、萍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7840" y="4108450"/>
            <a:ext cx="72878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首、采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48640" y="493839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问题：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夏天喜欢做什么事情？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  <p:bldP spid="7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古诗：小池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</a:t>
            </a:r>
            <a:r>
              <a:rPr 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宋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杨万里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endParaRPr lang="en-US" altLang="zh-CN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泉眼无声惜细流，树阴照水爱晴柔。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小荷才露尖尖角，早有蜻蜓立上头。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古诗二首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7840" y="327850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泉、流、爱、柔、荷、露、角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7840" y="4108450"/>
            <a:ext cx="72878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无、树、爱、尖、角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48640" y="493839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问题：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自己看到的夏天是怎么样的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6" grpId="0"/>
      <p:bldP spid="7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1150620"/>
            <a:ext cx="798068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荷叶圆圆的，绿绿的。 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小水珠说：“荷叶是我的摇篮。”小水珠躺在荷叶上，眨着亮晶晶的眼睛。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小蜻蜓说：“荷叶是我的停机坪。”小蜻蜓立在荷叶上，展开透明的翅膀。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小青蛙说：“荷叶是我的歌台。”小青蛙蹲在荷叶上，呱呱地放声歌唱。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小鱼儿说：“荷叶是我的凉伞。”小鱼儿在荷叶下笑嘻嘻地游来游去，捧起一朵朵很美很美的水花。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荷叶圆圆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荷叶圆圆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珠、摇、躺、晶、停、机、展、透、翅、膀、唱、朵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8164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亮、机、台、放、鱼、朵、美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48640" y="472948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词语：</a:t>
            </a:r>
            <a:r>
              <a:rPr 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AA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的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48640" y="374523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身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48640" y="571373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修辞手法：</a:t>
            </a:r>
            <a:r>
              <a:rPr 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比喻、拟人</a:t>
            </a:r>
            <a:endParaRPr 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7" grpId="1"/>
      <p:bldP spid="2" grpId="1"/>
      <p:bldP spid="4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0375" y="1150620"/>
            <a:ext cx="8223250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小白兔弯着腰在山坡上割草。天阴沉沉的，小白兔直起身子，伸了伸腰。</a:t>
            </a:r>
            <a:endParaRPr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 </a:t>
            </a:r>
            <a:r>
              <a:rPr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小燕子从他头上飞过。小白兔大声喊：“燕子，燕子，你为什么飞得这么低呀？”</a:t>
            </a:r>
            <a:endParaRPr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燕子边飞边说：“要下雨了，空气很潮湿，虫子的翅膀沾了小水珠，飞不高。我正忙着捉虫子呢！”</a:t>
            </a:r>
            <a:endParaRPr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是要下雨了吗？小白兔往前边池子里一看，小鱼都游到水面上来了。</a:t>
            </a:r>
            <a:endParaRPr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小白兔跑过去，问：“小鱼，小鱼，今天怎么有空出来呀？”</a:t>
            </a:r>
            <a:endParaRPr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小鱼说：“要下雨了，水里闷得很，我们到水面上来透透气。小白兔，你快回家吧，小心淋着雨。”</a:t>
            </a:r>
            <a:endParaRPr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小白兔连忙挎起篮子往家跑。他看见路边有一大群蚂蚁，就把要下雨的消息告诉了蚂蚁。一只大蚂蚁说：“是要下雨了，我们正忙着搬东西呢！”</a:t>
            </a:r>
            <a:endParaRPr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小白兔加快步子往家跑。他一边跑一边喊：“妈妈，妈妈，要下雨了！”</a:t>
            </a:r>
            <a:endParaRPr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轰隆隆，天空响起了一阵雷声。哗，哗，哗，大雨真的下起来了！</a:t>
            </a:r>
            <a:endParaRPr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要下雨了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要下雨了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腰、坡、沉、伸、潮、湿、呢、空、闷、消、息、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搬、响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8164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呢、直、呀、边、吧、吗、加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48640" y="374523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问题：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平时如何知道要下雨的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2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语文园地六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1988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棍、汤、扇、椅、萤、牵、织、斗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48640" y="234378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句子：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谁怎么样地在什么地方干什么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48640" y="306768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标点符号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，。？！的用法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48640" y="3791585"/>
            <a:ext cx="85172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谚语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有雨山戴帽，无雨半山腰。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朝霞不出门，晚霞行千里。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蚂蚁搬家蛇过道，大雨不就要来到。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早晨下雨当日晴，晚上下雨到天明。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900430"/>
            <a:ext cx="9143365" cy="70161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课文：夏夜多美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夏夜，公园里静悄悄的。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水池里，睡莲刚闭上眼睛，就被呜呜的哭声惊醒了。她睁开眼睛一看，是一只小蚂蚁趴在一根水草上。睡莲问：“小蚂蚁，你怎么啦？”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小蚂蚁说：“我不小心掉进池塘，上不了岸啦！”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“快上来吧！”睡莲弯弯腰，让它爬了上来。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小蚂蚁非常感激，连声说：“谢谢您，睡莲</a:t>
            </a:r>
            <a:r>
              <a:rPr lang="zh-CN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姑姑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。”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睡莲说：“今晚就在这儿住下吧！你瞧，夏夜多美啊！”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小蚂蚁摇摇头，说：“我必须得回家。要不，爸爸妈妈会着急的。”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他们的话让正在睡莲叶上休息的蜻蜓听见了。他问：“睡莲姑姑，有什么事吗？”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“小蚂蚁想回家，可我没办法送他。”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蜻蜓说：“让我来送小蚂蚁吧！”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睡莲问：“天这么黑，你能行吗？”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这时，一只萤火虫飞来了，说：“我来给你们照亮。”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小蚂蚁爬上“飞机”，蜻蜓起飞了。萤火虫在前面点起了亮晶晶的小灯笼。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蜻蜓飞呀飞，飞过青青的假山，飞过绿绿的草坪，飞到一座花坛前，小蚂蚁到家了。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星星看见了，高兴地眨着眼。</a:t>
            </a:r>
            <a:endParaRPr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啊，多美的夏夜呀！</a:t>
            </a:r>
            <a:endParaRPr lang="en-US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语文园地六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0375" y="1150620"/>
            <a:ext cx="822325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铅笔，只用了一次，不知丢到哪里去了。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橡皮，只擦了一回，再想擦，就找不着了。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贝贝一回到家，就向妈妈要新的铅笔、新的橡皮。妈妈说：“你怎么天天丢东西呢？”贝贝眨着一双大眼睛，对妈妈说：“我也不知道。”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妈妈说：“贝贝，你有一个家，每天放学后，你都平平安安地回家。你要想想办法，让你的铅笔、橡皮和转笔刀，也有自己的家呀。”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贝贝想起来了，她书包里的文具盒，就是这些文具的家。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从此，每天放学的时候，贝贝都要仔细检查，铅笔呀，橡皮呀，转笔刀哇，所有的小伙伴是不是都回家了。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文具的家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文具的家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具、次、丢、哪、新、每、平、她、些、仔、检、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查、所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8164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altLang="en-US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文、次、找、平、办、让、包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48640" y="374523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斤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48640" y="4728845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句式：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......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就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......</a:t>
            </a:r>
            <a:endParaRPr lang="en-US" alt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2" grpId="1"/>
      <p:bldP spid="4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150620"/>
            <a:ext cx="914400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丁零零，闹钟响了。元元打了个哈欠，翻了个身，心想：再睡一分钟吧，就睡一分钟，不会迟到的。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过了一分钟，元元起来了。他很快地洗了脸，吃了早点，就背着书包上学去了。到了十字路口，他看见前面是绿灯，刚想走过去，红灯亮了。他叹了口气，说：“要是早一分钟就好了。”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他等了一会儿，才走过十字路口。他向停在车站的公共汽车跑去，眼看就要到了，车子开了，他又叹了口气，说：“要是早一分钟就好了。”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他等啊等，一直不见公共汽车的影子，元元决定走到学校去。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到了学校，已经上课了。元元红着脸，低着头，坐到了自己的座位上。李老师看了看手表，说：“元元，今天你迟到了20分钟。”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元元非常后悔。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一分钟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一分钟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钟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、丁、元、迟、洗、背、刚、共、汽、决、定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已、经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8164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钟、丁、元、共、已、经、坐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48640" y="374523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句式：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要是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......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就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......</a:t>
            </a:r>
            <a:endParaRPr lang="en-US" alt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4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692150"/>
            <a:ext cx="9144000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动物王国要开大会，老虎让狗熊通知大家。狗熊用喇叭大声喊：“大家注意，动物王国要开大会，请你们都参加！”一连说了十遍。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狐狸奔来了，对狗熊说：“你说一百遍，大会也开不起来。”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“为什么？”狗熊问。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“因为你没告诉大家，大会在哪一天开，是今天，还是明天，还是……”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狗熊一听，伸了伸舌头，做了个鬼脸，连忙说：“对，对，对！”于是就去问老虎。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老虎说：“大会就在明天开，你快去通知大家吧！”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狗熊又用喇叭大声喊：“大家注意，动物王国要在明天开大会，请你们都参加！”一连说了十遍。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大灰狼跑来对狗熊说：“你说一百遍，大会也开不起来。”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“为什么？”狗熊问。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“因为你没告诉大家，在明天什么时候开，上午还是下午，几点钟开。”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13589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动物王国开大会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150620"/>
            <a:ext cx="914400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狗熊一听，说：“有道理，有道理！”于是又去问老虎。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老虎说：“大会就在明天上午八点开，你再去通知大家吧！”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狗熊又用喇叭大声喊：“大家注意，动物王国要在明天上午八点开大会，请你们都参加！”一连说了十遍。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梅花鹿奔来问狗熊：“大会在哪儿开呀？你得说清楚。”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狗熊捶捶自己的脑袋，说：“我怎么没问清楚呢？”于是又去问老虎。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“哎呀！忘了说地点。大会在森林广场开，你再去通知大家吧！”老虎对狗熊说。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“请注意啦！”狗熊又用喇叭大声喊，“明天上午八点，在森林广场开大会，请大家准时参加！”一连说了十遍。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这一次，大家都听懂了。第二天上午，动物们都来到森林广场，准时参加了大会。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动物王国开大会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动物王国开大会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物、虎、熊、通、注、意、遍、百、舌、鬼、脸、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准、第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8164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要、连、百、还、舌、点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48640" y="374523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牛</a:t>
            </a:r>
            <a:endParaRPr 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48640" y="472948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通知：</a:t>
            </a:r>
            <a:r>
              <a:rPr 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时间、地点、事情、参加人</a:t>
            </a:r>
            <a:endParaRPr 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4" grpId="1"/>
      <p:bldP spid="2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4015" y="1315085"/>
            <a:ext cx="839533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有一天，小猴子下山来，走到一块玉米地里。他看见玉米结得又大又多，非常高兴，就掰了一个，扛着往前走。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小猴子扛着玉米，走到一棵桃树下。他看见满树的桃子又大又红，非常高兴，就扔了玉米，去摘桃子。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小猴子捧着几个桃子，走到一片瓜地里。他看见满地的西瓜又大又圆，非常高兴，就扔了桃子，去摘西瓜。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小猴子抱着一个大西瓜往回走。走着走着，他看见一只小兔子蹦蹦跳跳的，真可爱，就扔了西瓜，去追小兔子。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小兔子跑进树林里，不见了。小猴子只好空着手回家去。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小猴子下山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小猴子下山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猴、结、掰、扛、满、扔、摘、捧、瓜、抱、蹦、追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8164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块、非、常、往、瓜、进、空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48640" y="374523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词语：</a:t>
            </a:r>
            <a:r>
              <a:rPr 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又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......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又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......</a:t>
            </a:r>
            <a:endParaRPr lang="en-US" alt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48640" y="4729480"/>
            <a:ext cx="7287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动词：</a:t>
            </a:r>
            <a:r>
              <a:rPr 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掰、扛、扔、摘、捧、抱</a:t>
            </a:r>
            <a:endParaRPr 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4" grpId="1"/>
      <p:bldP spid="2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语文园地七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1988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吵、胖、岁、现、票、交、弓、甘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48640" y="234378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床、左、居、包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48640" y="306768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形近字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牛、午、己、已、力、刀、人、入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</a:t>
            </a:r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48640" y="3791585"/>
            <a:ext cx="85172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名言：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敏而好学，不耻下问。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——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《论语》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不知则问，不能则学。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——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《荀子》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读书百遍，而义自见。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——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董遇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读万卷书，行万里路。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——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董其昌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3725" y="1157605"/>
            <a:ext cx="7957185" cy="46462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课文：孙悟空打妖怪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唐僧骑马咚那个咚，后面跟着个孙悟空。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孙悟空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跑得快，后面跟着个猪八戒。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猪八戒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鼻子长，后面跟着个沙和尚。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沙和尚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挑着箩，后面跟着个老妖婆。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老妖婆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真正坏，骗了唐僧和八戒。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唐僧八戒真糊涂，是人是妖分不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清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分不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清，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上了当，多亏悟空眼睛亮。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眼睛亮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冒金光，高高举起金箍棒。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金箍棒，有力量，妖魔鬼怪消灭光</a:t>
            </a:r>
            <a:r>
              <a:rPr 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。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语文园地七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635" y="1136015"/>
            <a:ext cx="914463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棉花姑娘生病了，叶子上有许多可恶的蚜虫。她多么盼望有医生来给她治病啊！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燕子飞来了。棉花姑娘说：“请你帮我捉害虫吧！”燕子说：“对不起，我只会捉空中的害虫，你还是请别人帮忙吧！”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啄木鸟飞来了。棉花姑娘说：“请你帮我捉害虫吧！”啄木鸟说：“对不起，我只会捉树干里的害虫，你还是请别人帮忙吧！”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青蛙跳来了。棉花姑娘高兴地说：“请你帮我捉害虫吧！”青蛙说“对不起，我只会捉田里的害虫，你还是请别人帮忙吧！”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忽然，一群圆圆的小虫子飞来了，很快就把蚜虫吃光了。棉花姑娘惊奇地问：“你们是谁呀？”小虫子说：“我们身上有七个斑点，就像七颗星星，大家叫我们七星瓢虫。”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不久，棉花姑娘的病好了，长出了碧绿碧绿的叶子，吐出了雪白雪白的棉花。她咧开嘴笑啦！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36830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棉花姑娘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棉花姑娘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棉、娘、治、燕、别、干、然、奇、颗、瓢、碧、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吐、啦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8164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病、医、别、干、奇、七、星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48640" y="3745230"/>
            <a:ext cx="81864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句式：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用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</a:t>
            </a:r>
            <a:r>
              <a:rPr 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只会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......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还是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......”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说说其他动物来到棉花姑娘身边会发生的故事。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4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635" y="886460"/>
            <a:ext cx="914463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木瓜熟了。一个木瓜从高高的树上掉进湖里，“咕咚”！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兔子吓了一跳，拔腿就跑。小猴子看见了，问他为什么跑。兔子一边跑一边叫：“不好啦，‘咕咚’可怕极了！”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小猴子一听，就跟着跑起来。他一边跑一边大叫：“不好啦，不好啦，‘咕咚’来了，大家快跑哇！”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这一下可热闹了。狐狸呀，山羊啊，小鹿哇，一个跟着一个跑起来。大伙一边跑一边叫：“快逃命啊，‘咕咚’来了！”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大象看见了，也跟着跑起来。野牛拦住他，问：“‘咕咚’在哪里，你看见了？”大象说：“没看见，大伙都说‘咕咚’来了。”野牛又问大伙，大伙也都说没看见。最后问兔子，兔子说：“是我听见的，‘咕咚’就在那边的湖里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兔子领着大家来到湖边。正好又有一个木瓜从高高的树上掉进湖里，“咕咚”！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大伙你看看我，我看看你，都笑了。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118745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咕咚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咕咚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咕、咚、熟、掉、吓、羊、鹿、逃、命、象、野、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拦、领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8164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吓、怕、跟、家、羊、象、都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48640" y="3745230"/>
            <a:ext cx="8186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句式：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用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</a:t>
            </a:r>
            <a:r>
              <a:rPr 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一边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......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一边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......”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造句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48640" y="4728845"/>
            <a:ext cx="8186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说一说：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生活中如何判断事情的真假</a:t>
            </a:r>
            <a:endParaRPr 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4" grpId="1"/>
      <p:bldP spid="2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416560"/>
            <a:ext cx="9144635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小壁虎在墙角捉蚊子，一条蛇咬住了它的尾巴。小壁虎一挣，挣断尾巴逃走了。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没有尾巴多难看啊！小壁虎想，向谁去借一条尾巴呢？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小壁虎爬呀爬，爬到小河边。他看见小鱼摇着尾巴，在河里游来游去。小壁虎说：“小鱼姐姐，您把尾巴借给我行吗？”小鱼说：“不行啊，我要用尾巴拨水呢。”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小壁虎爬呀爬，爬到大树上。他看见老黄牛甩着尾巴在树下吃草。小壁虎说：“牛伯伯，您把尾巴借给我行吗？”老黄牛说：“不行啊，我要用尾巴赶蝇子呢。”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小壁虎爬呀爬，爬到房檐下。他看见燕子摆着尾巴在空中飞来飞去。小壁虎说：“燕子阿姨，您的尾巴借给我行吗?”燕子说：“不行啊，我要用尾巴掌握方向呢。”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小壁虎借不到尾巴，心里很难过。他爬呀爬，爬回家里找妈妈。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小壁虎把借尾巴的事告诉了妈妈。妈妈笑着说：“傻孩子，你转过身子看看。”小壁虎转身一看，高兴地叫起来：“我长出一条新尾巴啦！”</a:t>
            </a:r>
            <a:endParaRPr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-5715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小壁虎借尾巴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547370"/>
            <a:ext cx="4562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小壁虎借尾巴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85290"/>
            <a:ext cx="8517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壁、墙、蚊、咬、断、您、拨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、甩、赶、房、傻、转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</a:t>
            </a:r>
            <a:endParaRPr 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2761615"/>
            <a:ext cx="8164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我会写：</a:t>
            </a:r>
            <a:r>
              <a:rPr lang="zh-CN" sz="240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捉、条、爬、姐、您、草、房</a:t>
            </a:r>
            <a:endParaRPr lang="zh-CN" altLang="en-US" sz="240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48640" y="3745230"/>
            <a:ext cx="8186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户、车</a:t>
            </a:r>
            <a:endParaRPr 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48640" y="4728845"/>
            <a:ext cx="8186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说一说：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用礼貌用语向他人借东西</a:t>
            </a:r>
            <a:endParaRPr 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4" grpId="1"/>
      <p:bldP spid="2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8640" y="67183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语文园地八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161988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我会认：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卫、刷、梳、巾、擦、皂、澡、盆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48640" y="234378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偏旁：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鸟、虫、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犭</a:t>
            </a:r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48640" y="3067685"/>
            <a:ext cx="85172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古诗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  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画鸡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明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唐寅</a:t>
            </a:r>
            <a:endParaRPr lang="zh-CN" altLang="en-US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</a:t>
            </a:r>
            <a:endParaRPr lang="en-US" alt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头上红冠不用裁，满身雪白走将来。</a:t>
            </a:r>
            <a:endParaRPr lang="en-US" altLang="zh-CN" sz="24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平生不敢轻言语，一叫千门万户开。   </a:t>
            </a:r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48640" y="5469255"/>
            <a:ext cx="8517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词语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4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高兴、生气、害怕、难过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843915"/>
            <a:ext cx="9143365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课文：小熊住山洞</a:t>
            </a:r>
            <a:b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r>
              <a:rPr lang="en-US" altLang="zh-CN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小熊一家住在山洞里，熊爸爸想砍一些树，盖一间新房子。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春天，熊爸爸带着小熊来到森林里。树上长满了绿油油的叶子，小熊说：“爸爸，树叶长得多绿呀！我们还是不要砍了吧！”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夏天，小熊和熊爸爸来到森林里。树上开满了花，小熊舍不得，又说：“爸爸，树上的花开得多漂亮啊！就别砍了吧！”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秋天，小熊和熊爸爸来到森林里。树上结着红红的果子，小熊对爸爸说：“树上结了那么多果子，我不忍心砍。”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冬天，小熊和熊爸爸来到森林里。熊爸爸刚拿起斧头，忽然听到了树上鸟儿的声音，好像在说：“求求你，别毁了我们的家！”小熊连忙对熊爸爸说：“爸爸，你砍了这棵树，小鸟们就没有家了，别砍了吧！”</a:t>
            </a:r>
            <a:endParaRPr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en-US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</a:t>
            </a:r>
            <a:r>
              <a:rPr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就这样，一年又一年，小熊一家都没有砍树，一直住在山洞里。森林里的动物都很感激小熊一家，给它们送来了好多鲜花和果实。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　　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40" y="35814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语文园地八</a:t>
            </a:r>
            <a:endParaRPr lang="zh-CN" altLang="en-US"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COMMONDATA" val="eyJoZGlkIjoiNjcxODZjZWViYWRjNmFmMmZlNmM0MTFiYzQxMDg4NTQifQ=="/>
  <p:tag name="KSO_WPP_MARK_KEY" val="bad09bc4-57f8-4d47-8db2-370e8cf14600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11556</Words>
  <Application>WPS 演示</Application>
  <PresentationFormat>全屏显示(4:3)</PresentationFormat>
  <Paragraphs>688</Paragraphs>
  <Slides>61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61</vt:i4>
      </vt:variant>
    </vt:vector>
  </HeadingPairs>
  <TitlesOfParts>
    <vt:vector size="71" baseType="lpstr">
      <vt:lpstr>Arial</vt:lpstr>
      <vt:lpstr>宋体</vt:lpstr>
      <vt:lpstr>Wingdings</vt:lpstr>
      <vt:lpstr>Calibri</vt:lpstr>
      <vt:lpstr>等线</vt:lpstr>
      <vt:lpstr>华文楷体</vt:lpstr>
      <vt:lpstr>微软雅黑</vt:lpstr>
      <vt:lpstr>Arial Unicode MS</vt:lpstr>
      <vt:lpstr>1_Office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WPS_1522296832</cp:lastModifiedBy>
  <cp:revision>397</cp:revision>
  <dcterms:created xsi:type="dcterms:W3CDTF">2020-07-14T06:25:00Z</dcterms:created>
  <dcterms:modified xsi:type="dcterms:W3CDTF">2026-03-21T01:14:16Z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0x010100DD024C38032503429FB28DAD393FC07E</vt:lpwstr>
  </property>
  <property fmtid="{D5CDD505-2E9C-101B-9397-08002B2CF9AE}" pid="3" name="KSOProductBuildVer">
    <vt:lpwstr>2052-12.1.0.25225</vt:lpwstr>
  </property>
  <property fmtid="{D5CDD505-2E9C-101B-9397-08002B2CF9AE}" pid="4" name="ICV">
    <vt:lpwstr>650270430B57457F801011255C160ECF_13</vt:lpwstr>
  </property>
</Properties>
</file>